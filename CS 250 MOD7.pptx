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7038c4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7038c4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77038c45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77038c45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7038c4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77038c4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77038c45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77038c45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7038c45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7038c45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77038c45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77038c45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7038c45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7038c45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Scrum-Agile vs Waterfall: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SNHU travel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JoAnn Olney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250- MOD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Agile Roles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2550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b="1"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Owner</a:t>
            </a:r>
            <a:endParaRPr b="1"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backlog, prioritizes features</a:t>
            </a:r>
            <a:endParaRPr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50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b="1"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Scrum Master</a:t>
            </a:r>
            <a:endParaRPr b="1"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Facilitates team, removes blockers</a:t>
            </a:r>
            <a:endParaRPr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50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b="1"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Team</a:t>
            </a:r>
            <a:endParaRPr b="1"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and tests product</a:t>
            </a:r>
            <a:endParaRPr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865"/>
              <a:buFont typeface="Arial"/>
              <a:buNone/>
            </a:pPr>
            <a:r>
              <a:rPr lang="en" sz="19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collaboration and accountability</a:t>
            </a:r>
            <a:endParaRPr sz="196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586400" y="-468400"/>
            <a:ext cx="91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Agile Phases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Planning (Product Backlog)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Design (Sprint Planning)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Development (Sprint Execution)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Testing (Continuous Testing)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Deployment (Incremental Releases)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Agile cycles repeat every sprint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Waterfall Module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Linear and sequential process: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Requirements → Design → Development → Testing → Deployment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Changes are difficult once development begins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 Example difference: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In Agile: feature added next sprint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In Waterfall: requires restarting process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Agile vs Waterfall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Pros</a:t>
            </a:r>
            <a:endParaRPr b="1"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58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Times New Roman"/>
              <a:buChar char="●"/>
            </a:pPr>
            <a:r>
              <a:rPr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</a:t>
            </a:r>
            <a:endParaRPr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58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Times New Roman"/>
              <a:buChar char="●"/>
            </a:pPr>
            <a:r>
              <a:rPr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feedback</a:t>
            </a:r>
            <a:endParaRPr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58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Times New Roman"/>
              <a:buChar char="●"/>
            </a:pPr>
            <a:r>
              <a:rPr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improvement</a:t>
            </a:r>
            <a:endParaRPr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Cons</a:t>
            </a:r>
            <a:endParaRPr b="1"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58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Times New Roman"/>
              <a:buChar char="●"/>
            </a:pPr>
            <a:r>
              <a:rPr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strong communication</a:t>
            </a:r>
            <a:endParaRPr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58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Times New Roman"/>
              <a:buChar char="●"/>
            </a:pPr>
            <a:r>
              <a:rPr lang="en" sz="18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predictable timelines</a:t>
            </a:r>
            <a:endParaRPr sz="18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Agile vs Waterfall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Waterfall Pros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structure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to manage timelines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Waterfall Cons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Inflexible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testing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Best Approach Decision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Agile is best when: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Requirements change frequently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Customer feedback is critical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Waterfall is best when: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Requirements are fixed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○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Project scope is clearly defined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For SNHU Travel: Agile was the better choice due to evolving requirements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PMI (2021).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Agile Practice Guide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Pressman, R. (2020).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Engineering: A Practitioner’s Approach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Schwaber, K., &amp; Sutherland, J. (2020).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Scrum Guide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Sommerville, I. (2021).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